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2" r:id="rId7"/>
    <p:sldId id="262" r:id="rId8"/>
    <p:sldId id="263" r:id="rId9"/>
    <p:sldId id="264" r:id="rId10"/>
    <p:sldId id="265" r:id="rId11"/>
    <p:sldId id="266" r:id="rId12"/>
    <p:sldId id="293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8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59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26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67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95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18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99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74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91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70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64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10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295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17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88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מותאם אישית</PresentationFormat>
  <Paragraphs>0</Paragraphs>
  <Slides>35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admin</dc:creator>
  <cp:lastModifiedBy>admin</cp:lastModifiedBy>
  <cp:revision>4</cp:revision>
  <dcterms:created xsi:type="dcterms:W3CDTF">2006-08-16T00:00:00Z</dcterms:created>
  <dcterms:modified xsi:type="dcterms:W3CDTF">2026-06-22T16:19:13Z</dcterms:modified>
</cp:coreProperties>
</file>