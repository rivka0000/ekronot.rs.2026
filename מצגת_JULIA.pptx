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3" d="100"/>
          <a:sy n="63" d="100"/>
        </p:scale>
        <p:origin x="629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8262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08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067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951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618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5999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2747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291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9706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640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710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2950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4177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62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מותאם אישית</PresentationFormat>
  <Paragraphs>0</Paragraphs>
  <Slides>35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admin</dc:creator>
  <cp:lastModifiedBy>admin</cp:lastModifiedBy>
  <cp:revision>3</cp:revision>
  <dcterms:created xsi:type="dcterms:W3CDTF">2006-08-16T00:00:00Z</dcterms:created>
  <dcterms:modified xsi:type="dcterms:W3CDTF">2026-06-22T13:59:07Z</dcterms:modified>
</cp:coreProperties>
</file>